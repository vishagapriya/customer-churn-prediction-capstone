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F623-6D0F-D847-CF53-5E83396F8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ACD06-12B7-9EBD-E065-9763623AE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C1B93-F107-F5B4-81EA-636D1931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7341-E703-35A2-53E7-F819F274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9CC0-A52D-5AA5-083D-F2DD6048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5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488E-87C6-3A9B-187D-103E8EE9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6A20B-81D7-2C97-D64D-64E89B52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F7894-8486-2DEB-B793-1EEC3BD2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62694-CF25-6057-713B-CDA72506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66DDA-9D10-720B-D6E5-413D81F3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0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87CC-37DB-4D25-08B4-4762AD08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280D5-4009-FD7A-50C2-61EFF40D5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7A6C8-6489-1826-0431-306ECFCD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33789-3974-3818-53C9-5E96714B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D78A-4F6B-AA30-383A-8E2EC17B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0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7286-816D-0F25-02EE-BE2549ED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C4B3-D1D2-A1AE-52EB-14B521D3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5AF5D-2AA5-CC6E-65E1-05B1418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D54C5-CC92-0268-57BC-5E9A7908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27DE-8725-A7C9-4688-207FA833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180E8-4685-8940-B179-F0D7B6DC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8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9596-D58B-DB16-3432-528D8E36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CF1F2-E15E-BB0C-6A5D-D24C5A7FC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D202C-8B0C-1B5C-32D4-DAB749A7D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D5B52-E5FF-510D-1CAA-36D55A6F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EF013-DC0E-9A62-1942-2A11AA8DB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F1830-AEDE-FDF3-B209-AAF09170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1EFE8-CA94-E083-A7F4-5AB44099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6A048-B921-56B1-B8B2-ADF31464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5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9983-1398-B106-2C73-5C0FF142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031A7-344C-DAFF-2C13-D7BB3DB4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DDDCE-DA22-9747-119E-7B45E2C8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A2F80-6345-56B1-A263-0C5511C4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8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68B0A-0DBE-B442-FC5E-23E0CFC2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271BA-9770-E997-4595-DE2F110D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A5C0-E81E-A324-FB31-A46EF034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7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4385-A23B-8586-D9E8-769C82E8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407E-CE8C-85AE-4C30-3B8AD159E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B6301-EBEF-9DD0-AD1E-8B4F77A30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112D1-7E49-B1AE-087D-071854FC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B3FDC-1F16-0681-6FF8-6FA19043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97883-4CAF-ED7F-CDA4-7AEDB6EF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2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1657-A7DD-0680-3BA1-B11EFFAD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D017E-7BF3-F8AB-3E9C-43767BC55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B9182-320D-0A9C-F5D2-11B8D06CA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449BC-1F2F-A6D7-9B0F-D4C3E4FD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A4016-0162-408E-A282-E46E4C29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7E705-26DE-FDC1-A803-EDD21D9E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3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6367-035B-6900-00D7-2A402CAF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7BA65-1075-76FD-EAE3-5B84C62DA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067E-AB4F-4EB9-FDFF-0A87148F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8AFF-B898-95DF-2C79-2D5B93D2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3EA7A-DD15-367F-B935-70BA2E00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3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C03B9-83B1-3F88-77E1-77F8BB746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5C2D0-AE9D-A8DF-7590-128CCCB3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461F-0AAD-A98C-BA1E-A8C9BD24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FE9A9-8C41-5D84-1050-C711422F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48AB4-94EE-864D-A41C-4F4C6F7E2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7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CCAC7-76EA-E105-DCFA-4053F66B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DA87A-917A-1D31-6FB8-CF5575AAB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1BAEC-C993-74EE-DC4B-EDB5A6611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9D0E7-0B60-4D8B-BFFB-38662CB0F45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EFA88-99FF-2E05-B86B-BE1E734CF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37C7-555F-1D27-E56C-3B5F83095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EB4DE-4ED4-44CF-BCD0-24E9D6CB0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5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8078-71B6-ACE3-7ADD-41255C5EE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Customer Churn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55F2A-47D1-C94A-1998-DA60020F8C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Internship – Week 4 Capstone Project</a:t>
            </a:r>
            <a:br>
              <a:rPr lang="en-US" dirty="0"/>
            </a:br>
            <a:r>
              <a:rPr lang="en-US" dirty="0"/>
              <a:t>Name: Vishaga Priya V</a:t>
            </a:r>
          </a:p>
        </p:txBody>
      </p:sp>
    </p:spTree>
    <p:extLst>
      <p:ext uri="{BB962C8B-B14F-4D97-AF65-F5344CB8AC3E}">
        <p14:creationId xmlns:p14="http://schemas.microsoft.com/office/powerpoint/2010/main" val="367827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430D-6D14-707D-533F-145CEF47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A19C-5650-272B-A010-D2F0DB262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Customer churn causes revenue loss for businesses.</a:t>
            </a:r>
          </a:p>
          <a:p>
            <a:r>
              <a:rPr lang="en-US" dirty="0"/>
              <a:t>Goal:</a:t>
            </a:r>
            <a:br>
              <a:rPr lang="en-US" dirty="0"/>
            </a:br>
            <a:r>
              <a:rPr lang="en-US" dirty="0"/>
              <a:t>Develop a machine learning model that predicts whether a customer is likely to leave the company's services.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66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E3C2-7EBE-A29B-EE2D-B81E13EC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C96B-0610-826A-94DE-115CDA035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Dataset: Telco Customer Churn Dataset</a:t>
            </a:r>
          </a:p>
          <a:p>
            <a:r>
              <a:rPr lang="en-US" dirty="0"/>
              <a:t>Total Records: 7043</a:t>
            </a:r>
          </a:p>
          <a:p>
            <a:r>
              <a:rPr lang="en-US" dirty="0"/>
              <a:t>Features:</a:t>
            </a:r>
            <a:br>
              <a:rPr lang="en-US" dirty="0"/>
            </a:br>
            <a:r>
              <a:rPr lang="en-US" dirty="0"/>
              <a:t>• Gender</a:t>
            </a:r>
            <a:br>
              <a:rPr lang="en-US" dirty="0"/>
            </a:br>
            <a:r>
              <a:rPr lang="en-US" dirty="0"/>
              <a:t>• Senior Citizen</a:t>
            </a:r>
            <a:br>
              <a:rPr lang="en-US" dirty="0"/>
            </a:br>
            <a:r>
              <a:rPr lang="en-US" dirty="0"/>
              <a:t>• Partner</a:t>
            </a:r>
            <a:br>
              <a:rPr lang="en-US" dirty="0"/>
            </a:br>
            <a:r>
              <a:rPr lang="en-US" dirty="0"/>
              <a:t>• Dependents</a:t>
            </a:r>
            <a:br>
              <a:rPr lang="en-US" dirty="0"/>
            </a:br>
            <a:r>
              <a:rPr lang="en-US" dirty="0"/>
              <a:t>• Tenure</a:t>
            </a:r>
            <a:br>
              <a:rPr lang="en-US" dirty="0"/>
            </a:br>
            <a:r>
              <a:rPr lang="en-US" dirty="0"/>
              <a:t>• Contract</a:t>
            </a:r>
            <a:br>
              <a:rPr lang="en-US" dirty="0"/>
            </a:br>
            <a:r>
              <a:rPr lang="en-US" dirty="0"/>
              <a:t>• Monthly Charges</a:t>
            </a:r>
            <a:br>
              <a:rPr lang="en-US" dirty="0"/>
            </a:br>
            <a:r>
              <a:rPr lang="en-US" dirty="0"/>
              <a:t>• Total Charges</a:t>
            </a:r>
          </a:p>
          <a:p>
            <a:r>
              <a:rPr lang="en-US" dirty="0"/>
              <a:t>Target Variable:</a:t>
            </a:r>
            <a:br>
              <a:rPr lang="en-US" dirty="0"/>
            </a:br>
            <a:r>
              <a:rPr lang="en-US" dirty="0"/>
              <a:t>Churn (Yes/No)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8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01C4-08CB-68CA-F11E-E39F3929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394D-2723-5456-8DB0-1FAD94814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Converted </a:t>
            </a:r>
            <a:r>
              <a:rPr lang="en-US" dirty="0" err="1"/>
              <a:t>TotalCharges</a:t>
            </a:r>
            <a:r>
              <a:rPr lang="en-US" dirty="0"/>
              <a:t> to numeric  </a:t>
            </a:r>
          </a:p>
          <a:p>
            <a:r>
              <a:rPr lang="en-US" dirty="0"/>
              <a:t>Handled missing values </a:t>
            </a:r>
          </a:p>
          <a:p>
            <a:r>
              <a:rPr lang="en-US" dirty="0"/>
              <a:t>Encoded categorical features </a:t>
            </a:r>
          </a:p>
          <a:p>
            <a:r>
              <a:rPr lang="en-US" dirty="0"/>
              <a:t>Converted Churn to binary values </a:t>
            </a:r>
          </a:p>
          <a:p>
            <a:r>
              <a:rPr lang="en-US" dirty="0"/>
              <a:t>Prepared data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5722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19F-BD80-E04D-A98D-F113C2BC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CD93-38C2-3597-0A59-C25B7A29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Majority of customers did not churn</a:t>
            </a:r>
          </a:p>
          <a:p>
            <a:r>
              <a:rPr lang="en-US" dirty="0"/>
              <a:t> Longer tenure customers were less likely to churn</a:t>
            </a:r>
          </a:p>
          <a:p>
            <a:r>
              <a:rPr lang="en-US" dirty="0"/>
              <a:t> Contract type influenced churn significantly </a:t>
            </a:r>
          </a:p>
          <a:p>
            <a:r>
              <a:rPr lang="en-US" dirty="0"/>
              <a:t>Monthly charges showed correlation with churn</a:t>
            </a:r>
          </a:p>
        </p:txBody>
      </p:sp>
    </p:spTree>
    <p:extLst>
      <p:ext uri="{BB962C8B-B14F-4D97-AF65-F5344CB8AC3E}">
        <p14:creationId xmlns:p14="http://schemas.microsoft.com/office/powerpoint/2010/main" val="36700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1768-7BEB-A6A9-51A1-382CCC64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BFCF-7A58-DDF3-0821-25A7119BA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</a:t>
            </a:r>
          </a:p>
          <a:p>
            <a:r>
              <a:rPr lang="en-US" dirty="0"/>
              <a:t>Random Forest Classifier </a:t>
            </a:r>
          </a:p>
          <a:p>
            <a:r>
              <a:rPr lang="en-US" dirty="0"/>
              <a:t>Train-Test Split:</a:t>
            </a:r>
          </a:p>
          <a:p>
            <a:r>
              <a:rPr lang="en-US" dirty="0"/>
              <a:t>80% Training </a:t>
            </a:r>
          </a:p>
          <a:p>
            <a:r>
              <a:rPr lang="en-US" dirty="0"/>
              <a:t>20%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1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FACFD-73BF-84C5-827A-751B2250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Model Performance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EA0CEF-53C9-035D-5C75-D5CE800AD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133730"/>
              </p:ext>
            </p:extLst>
          </p:nvPr>
        </p:nvGraphicFramePr>
        <p:xfrm>
          <a:off x="2827170" y="3516046"/>
          <a:ext cx="6533304" cy="2212848"/>
        </p:xfrm>
        <a:graphic>
          <a:graphicData uri="http://schemas.openxmlformats.org/drawingml/2006/table">
            <a:tbl>
              <a:tblPr/>
              <a:tblGrid>
                <a:gridCol w="4232910">
                  <a:extLst>
                    <a:ext uri="{9D8B030D-6E8A-4147-A177-3AD203B41FA5}">
                      <a16:colId xmlns:a16="http://schemas.microsoft.com/office/drawing/2014/main" val="4136848542"/>
                    </a:ext>
                  </a:extLst>
                </a:gridCol>
                <a:gridCol w="2300394">
                  <a:extLst>
                    <a:ext uri="{9D8B030D-6E8A-4147-A177-3AD203B41FA5}">
                      <a16:colId xmlns:a16="http://schemas.microsoft.com/office/drawing/2014/main" val="381276951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Model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Accuracy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42007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Logistic Regression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81.83%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27676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Random Forest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79.49%    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16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D857-5452-7D2D-B53E-0A4D0281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FA9C2F-DDFA-78FD-7D02-1FFFD85E0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843" y="1480825"/>
            <a:ext cx="4084137" cy="34476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A6A5E-2758-B8F8-BEA2-7655C2938CE9}"/>
              </a:ext>
            </a:extLst>
          </p:cNvPr>
          <p:cNvSpPr txBox="1"/>
          <p:nvPr/>
        </p:nvSpPr>
        <p:spPr>
          <a:xfrm>
            <a:off x="5191431" y="1961534"/>
            <a:ext cx="4586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True Negatives: 931 False Positives: 105 False Negatives: 151 True Positives: 222</a:t>
            </a:r>
          </a:p>
        </p:txBody>
      </p:sp>
    </p:spTree>
    <p:extLst>
      <p:ext uri="{BB962C8B-B14F-4D97-AF65-F5344CB8AC3E}">
        <p14:creationId xmlns:p14="http://schemas.microsoft.com/office/powerpoint/2010/main" val="87867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2215-A02E-DD7A-46D3-987FF338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9536E-63E1-8CE9-9D69-3FAB2918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customer retention strategies </a:t>
            </a:r>
          </a:p>
          <a:p>
            <a:r>
              <a:rPr lang="en-US" dirty="0"/>
              <a:t>Identify high-risk customers early </a:t>
            </a:r>
          </a:p>
          <a:p>
            <a:r>
              <a:rPr lang="en-US" dirty="0"/>
              <a:t>Offer personalized promotions </a:t>
            </a:r>
          </a:p>
          <a:p>
            <a:r>
              <a:rPr lang="en-US" dirty="0"/>
              <a:t>Enhance customer support services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1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AC6C-88A6-3911-3C4A-05EFFD95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DA0D4-9F76-5397-12B2-D5CC09B00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developed a churn prediction model </a:t>
            </a:r>
          </a:p>
          <a:p>
            <a:r>
              <a:rPr lang="en-US" dirty="0"/>
              <a:t>Logistic Regression achieved 81.83% accuracy </a:t>
            </a:r>
          </a:p>
          <a:p>
            <a:r>
              <a:rPr lang="en-US"/>
              <a:t>Model can support business decision-making</a:t>
            </a:r>
          </a:p>
          <a:p>
            <a:r>
              <a:rPr lang="en-US"/>
              <a:t> Future improvements can include advanced algorithms</a:t>
            </a:r>
          </a:p>
        </p:txBody>
      </p:sp>
    </p:spTree>
    <p:extLst>
      <p:ext uri="{BB962C8B-B14F-4D97-AF65-F5344CB8AC3E}">
        <p14:creationId xmlns:p14="http://schemas.microsoft.com/office/powerpoint/2010/main" val="1179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249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 Customer Churn Prediction Using Machine Learning</vt:lpstr>
      <vt:lpstr>Problem Statement  </vt:lpstr>
      <vt:lpstr>Dataset Overview</vt:lpstr>
      <vt:lpstr>Data Preprocessing</vt:lpstr>
      <vt:lpstr>Exploratory Data Analysis</vt:lpstr>
      <vt:lpstr>Machine Learning Tools</vt:lpstr>
      <vt:lpstr>Model Performance</vt:lpstr>
      <vt:lpstr>Confusion Matrix Results</vt:lpstr>
      <vt:lpstr>Recommendations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Vishaga Priya</dc:creator>
  <cp:lastModifiedBy>Vishaga Priya</cp:lastModifiedBy>
  <cp:revision>1</cp:revision>
  <dcterms:created xsi:type="dcterms:W3CDTF">2026-06-21T16:17:07Z</dcterms:created>
  <dcterms:modified xsi:type="dcterms:W3CDTF">2026-06-21T16:24:59Z</dcterms:modified>
</cp:coreProperties>
</file>